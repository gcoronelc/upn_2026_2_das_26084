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55461-BA16-5D6F-03CA-08F83237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79C961-D944-E723-3DE4-D59B338E9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D809F1-9BC1-3A7C-25F3-C5797471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0FED96-1C9D-F397-1C03-E83D7F00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9E064B-D299-028C-FF52-2E3BD30D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352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903C6-E1F3-6F3E-FCA9-0602D284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31B3F8-5748-CAB2-AE92-4FDAF6581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AF6FD6-B5B4-FB63-DB91-AC8D3F30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C80889-5BD5-E80F-33BB-0075AF4A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52323C-799E-B942-30E6-936A8149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622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1B31D-648A-4B53-F834-F2454BBF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69551-FA29-70E9-17E6-4C9CB4018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917650-22BA-FA52-3D7D-6CF2F87F2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A6977D-81CB-2186-B923-A397AD2E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6B3FBF-BF2C-05E8-DBE6-96344C18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2020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6D959-14EC-0120-B224-9919EAF3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BFA4E6-629B-ACE9-AD6B-DC7045136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9982CB-6AE6-F7B8-431A-0841B55A3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DE33AB-2912-551B-C0C7-F03005E53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E739EC-1478-9A44-6E2D-D4EDFFBD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0BDE41-055A-7838-2E5C-CDE959F6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9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5551E-7302-2DD9-E3BF-FF114578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3E72C5-C108-8F16-95B6-5F92F9DC7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B3F4B5-4866-FD5E-ADA8-070D4B65A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9E7184-440D-59D7-2314-7B48FF59D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BFAC78-5586-D684-05F6-8576F8510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DB463E-8D93-5D79-9C0B-F64549BC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E0B4E6-3525-BC3D-4BBB-74469E73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7B846D-7EC0-B63A-797C-F6BE5209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46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D7683-72C5-CF0C-32EA-1756EF9D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2F61FD-460A-1429-0B08-CF8C579F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EBF570-B730-D437-8B79-F3543EAC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9FB450-68F7-062E-C0C2-D61EF8AA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872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784B40-43FD-6648-6FBE-AF4932B9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E2E9F1-F4C7-2F34-B3F6-F125BFE4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EC0B77-C67E-59D4-6E42-0F1D8C45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79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4EE4E-5BEA-E90C-8DF9-515CA0FDD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6461F-3C9C-A3C5-3905-CD914881B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81C617-05B7-6350-814F-1AEAAE752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D5E530-F34D-D146-7C63-29224E1B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06330D-832A-3F30-0533-9B8A224D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265373-25A2-54D4-CFE4-319C8642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94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224AD-1D52-346E-7470-99DD468B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271385F-B5D1-456D-8391-D761BD3CDD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50FCAD-81B3-7130-AB88-7C51F5526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CAEE34-A18D-88CF-9BC2-13C4FD5A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AE82F5-8FD2-5CF4-4E79-58E5C19F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136B4D-7880-0760-9247-8E7F01E6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534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8A570-9D63-BEF1-C065-11E988C7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34472D-DD72-B0F6-3A77-F77B9525A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15064E-30C6-3545-1766-E579E90E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1CDED3-E750-4517-9F5D-A9FA446F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23EB9-DFBD-D0A8-D7D3-91088027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35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06B8BC-1D7A-50A6-DAB0-749F1955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7E70FA-53DA-B011-CCFE-7A8AE4587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8ED32D-6344-96AE-86E6-3E0D1177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F2A410-EC81-7D73-F5FD-901B5DB4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DABA1-5930-A7E9-823F-344D4EE8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30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1ACD86-DB75-507D-57D6-3BE6A0BBB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C8EAF7-329A-C996-5E44-645E649F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B37178-D5A5-57BF-A9FE-EDC9ACB2F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7AE8E-FECA-49A5-B533-5D481BDF328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DC8F9-3660-359E-8D8A-89CE52D71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F593A4-63D0-6FC5-E7CF-ABBC79F96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68C21-B52E-448B-AB22-C9A2770923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669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9579217-B354-2B1D-3869-45CB0C22D400}"/>
              </a:ext>
            </a:extLst>
          </p:cNvPr>
          <p:cNvSpPr/>
          <p:nvPr/>
        </p:nvSpPr>
        <p:spPr>
          <a:xfrm>
            <a:off x="3222919" y="927064"/>
            <a:ext cx="601287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3600" b="1" dirty="0" err="1">
                <a:solidFill>
                  <a:schemeClr val="accent1"/>
                </a:solidFill>
              </a:rPr>
              <a:t>Mate</a:t>
            </a:r>
            <a:r>
              <a:rPr lang="es-ES" sz="3600" dirty="0" err="1"/>
              <a:t>Service</a:t>
            </a:r>
            <a:endParaRPr lang="es-ES" sz="3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236E3B-D230-CD40-5536-CCA18A97512C}"/>
              </a:ext>
            </a:extLst>
          </p:cNvPr>
          <p:cNvSpPr/>
          <p:nvPr/>
        </p:nvSpPr>
        <p:spPr>
          <a:xfrm>
            <a:off x="3222919" y="1841464"/>
            <a:ext cx="601287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91E3AE-1C31-4176-16F8-816FD6459C5A}"/>
              </a:ext>
            </a:extLst>
          </p:cNvPr>
          <p:cNvSpPr/>
          <p:nvPr/>
        </p:nvSpPr>
        <p:spPr>
          <a:xfrm>
            <a:off x="3222919" y="2755863"/>
            <a:ext cx="6012873" cy="31311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s-ES" dirty="0"/>
              <a:t>+ sumar ( … ) : </a:t>
            </a:r>
            <a:r>
              <a:rPr lang="es-ES" dirty="0" err="1"/>
              <a:t>int</a:t>
            </a:r>
            <a:endParaRPr lang="es-ES" dirty="0"/>
          </a:p>
          <a:p>
            <a:r>
              <a:rPr lang="es-ES" dirty="0"/>
              <a:t>+ factorial ( … ): </a:t>
            </a:r>
            <a:r>
              <a:rPr lang="es-ES" dirty="0" err="1"/>
              <a:t>long</a:t>
            </a:r>
            <a:endParaRPr lang="es-ES" dirty="0"/>
          </a:p>
          <a:p>
            <a:r>
              <a:rPr lang="es-ES" dirty="0"/>
              <a:t>+ </a:t>
            </a:r>
            <a:r>
              <a:rPr lang="es-ES" dirty="0" err="1"/>
              <a:t>abc</a:t>
            </a:r>
            <a:r>
              <a:rPr lang="es-ES" dirty="0"/>
              <a:t> ( … ) : </a:t>
            </a:r>
            <a:r>
              <a:rPr lang="es-ES" dirty="0" err="1"/>
              <a:t>zzz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197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3664B-3F4D-5A4B-9097-A4474830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FF0A814-5A44-29D3-FC25-62D4D5BD4F96}"/>
              </a:ext>
            </a:extLst>
          </p:cNvPr>
          <p:cNvSpPr/>
          <p:nvPr/>
        </p:nvSpPr>
        <p:spPr>
          <a:xfrm>
            <a:off x="3714161" y="2347274"/>
            <a:ext cx="2381839" cy="1159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 err="1"/>
              <a:t>Controller</a:t>
            </a:r>
            <a:endParaRPr lang="es-ES" sz="32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E223DD74-A8B5-1748-167D-25B419A6B845}"/>
              </a:ext>
            </a:extLst>
          </p:cNvPr>
          <p:cNvCxnSpPr/>
          <p:nvPr/>
        </p:nvCxnSpPr>
        <p:spPr>
          <a:xfrm>
            <a:off x="1036948" y="1216058"/>
            <a:ext cx="2677213" cy="113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DC4ABC8-62C7-806C-5637-31E663A3D2F9}"/>
              </a:ext>
            </a:extLst>
          </p:cNvPr>
          <p:cNvCxnSpPr/>
          <p:nvPr/>
        </p:nvCxnSpPr>
        <p:spPr>
          <a:xfrm>
            <a:off x="1131216" y="1008668"/>
            <a:ext cx="2582945" cy="13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903DA8C-45C3-1521-1BD7-2A35154DBB1D}"/>
              </a:ext>
            </a:extLst>
          </p:cNvPr>
          <p:cNvCxnSpPr/>
          <p:nvPr/>
        </p:nvCxnSpPr>
        <p:spPr>
          <a:xfrm>
            <a:off x="1036948" y="1442301"/>
            <a:ext cx="2677213" cy="904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9F58F62-4120-295F-8033-2A16CB4A7FAE}"/>
              </a:ext>
            </a:extLst>
          </p:cNvPr>
          <p:cNvCxnSpPr/>
          <p:nvPr/>
        </p:nvCxnSpPr>
        <p:spPr>
          <a:xfrm>
            <a:off x="914400" y="1677971"/>
            <a:ext cx="2799761" cy="66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41FDA77-21D2-1627-9328-C851912ACC65}"/>
              </a:ext>
            </a:extLst>
          </p:cNvPr>
          <p:cNvCxnSpPr/>
          <p:nvPr/>
        </p:nvCxnSpPr>
        <p:spPr>
          <a:xfrm flipH="1" flipV="1">
            <a:off x="820132" y="2927022"/>
            <a:ext cx="2894029" cy="579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4EF8DF1-DC18-C387-0380-16F24EFA6665}"/>
              </a:ext>
            </a:extLst>
          </p:cNvPr>
          <p:cNvCxnSpPr/>
          <p:nvPr/>
        </p:nvCxnSpPr>
        <p:spPr>
          <a:xfrm flipH="1" flipV="1">
            <a:off x="914400" y="3139126"/>
            <a:ext cx="2799761" cy="367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B939DE7-4460-F79C-EA77-55183C34E79B}"/>
              </a:ext>
            </a:extLst>
          </p:cNvPr>
          <p:cNvCxnSpPr/>
          <p:nvPr/>
        </p:nvCxnSpPr>
        <p:spPr>
          <a:xfrm flipH="1" flipV="1">
            <a:off x="914400" y="3429000"/>
            <a:ext cx="2799761" cy="77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769B38E-6AE0-75A3-FFD3-55AD6FFDBF04}"/>
              </a:ext>
            </a:extLst>
          </p:cNvPr>
          <p:cNvCxnSpPr/>
          <p:nvPr/>
        </p:nvCxnSpPr>
        <p:spPr>
          <a:xfrm flipH="1">
            <a:off x="820132" y="3506771"/>
            <a:ext cx="2894029" cy="226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51E1827-3C8A-1E35-5778-7A78EF104524}"/>
              </a:ext>
            </a:extLst>
          </p:cNvPr>
          <p:cNvSpPr txBox="1"/>
          <p:nvPr/>
        </p:nvSpPr>
        <p:spPr>
          <a:xfrm>
            <a:off x="2036190" y="1121790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request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F5FE579-B198-BFE3-35E6-EE5113533772}"/>
              </a:ext>
            </a:extLst>
          </p:cNvPr>
          <p:cNvSpPr txBox="1"/>
          <p:nvPr/>
        </p:nvSpPr>
        <p:spPr>
          <a:xfrm>
            <a:off x="1461155" y="4006392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response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5025A09-5349-F38D-86E8-0117D1090197}"/>
              </a:ext>
            </a:extLst>
          </p:cNvPr>
          <p:cNvSpPr/>
          <p:nvPr/>
        </p:nvSpPr>
        <p:spPr>
          <a:xfrm>
            <a:off x="9162854" y="1008668"/>
            <a:ext cx="2337847" cy="115949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Service 1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673DBC1-A299-DAB1-FE3E-2F666B2599A1}"/>
              </a:ext>
            </a:extLst>
          </p:cNvPr>
          <p:cNvSpPr/>
          <p:nvPr/>
        </p:nvSpPr>
        <p:spPr>
          <a:xfrm>
            <a:off x="9162854" y="2347274"/>
            <a:ext cx="2337847" cy="115949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Service 2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4EF7E9D8-4F5F-082B-96CB-492CC2D0DE04}"/>
              </a:ext>
            </a:extLst>
          </p:cNvPr>
          <p:cNvSpPr/>
          <p:nvPr/>
        </p:nvSpPr>
        <p:spPr>
          <a:xfrm>
            <a:off x="9162854" y="3685880"/>
            <a:ext cx="2337847" cy="115949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Service 3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51657DDC-0DEA-52E0-D748-A8FD0C995416}"/>
              </a:ext>
            </a:extLst>
          </p:cNvPr>
          <p:cNvSpPr/>
          <p:nvPr/>
        </p:nvSpPr>
        <p:spPr>
          <a:xfrm>
            <a:off x="9162853" y="5024486"/>
            <a:ext cx="2337847" cy="115949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Service 4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FDE16A2-F395-97A2-4C1B-365DF2E55100}"/>
              </a:ext>
            </a:extLst>
          </p:cNvPr>
          <p:cNvCxnSpPr>
            <a:endCxn id="26" idx="1"/>
          </p:cNvCxnSpPr>
          <p:nvPr/>
        </p:nvCxnSpPr>
        <p:spPr>
          <a:xfrm flipV="1">
            <a:off x="6096000" y="1588416"/>
            <a:ext cx="3066853" cy="105108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E646E8C-7578-79DB-D271-B224D0EBE7EA}"/>
              </a:ext>
            </a:extLst>
          </p:cNvPr>
          <p:cNvCxnSpPr/>
          <p:nvPr/>
        </p:nvCxnSpPr>
        <p:spPr>
          <a:xfrm>
            <a:off x="6096000" y="3322948"/>
            <a:ext cx="3066853" cy="2078611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3BB98055-13C0-43BF-9AAC-53DE42DDC756}"/>
              </a:ext>
            </a:extLst>
          </p:cNvPr>
          <p:cNvCxnSpPr>
            <a:stCxn id="2" idx="3"/>
          </p:cNvCxnSpPr>
          <p:nvPr/>
        </p:nvCxnSpPr>
        <p:spPr>
          <a:xfrm flipV="1">
            <a:off x="6096000" y="2818614"/>
            <a:ext cx="3066853" cy="10840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3B0AAF32-781C-9FDE-220E-35B71BDA768D}"/>
              </a:ext>
            </a:extLst>
          </p:cNvPr>
          <p:cNvCxnSpPr>
            <a:endCxn id="30" idx="1"/>
          </p:cNvCxnSpPr>
          <p:nvPr/>
        </p:nvCxnSpPr>
        <p:spPr>
          <a:xfrm>
            <a:off x="6096000" y="3139126"/>
            <a:ext cx="3066854" cy="1126503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29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4758-2437-81C1-649C-1B34EBCC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88D6CE8-D816-71A6-7D9F-D43597EA9532}"/>
              </a:ext>
            </a:extLst>
          </p:cNvPr>
          <p:cNvSpPr/>
          <p:nvPr/>
        </p:nvSpPr>
        <p:spPr>
          <a:xfrm>
            <a:off x="641023" y="895551"/>
            <a:ext cx="11085921" cy="56183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D87EA0-7BAC-0AC5-192D-0AA29E8C3482}"/>
              </a:ext>
            </a:extLst>
          </p:cNvPr>
          <p:cNvSpPr/>
          <p:nvPr/>
        </p:nvSpPr>
        <p:spPr>
          <a:xfrm>
            <a:off x="3949831" y="2894031"/>
            <a:ext cx="2381839" cy="1159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 err="1"/>
              <a:t>service</a:t>
            </a:r>
            <a:endParaRPr lang="es-ES" sz="32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1721662-900A-0AF7-5C9E-E64127F4B396}"/>
              </a:ext>
            </a:extLst>
          </p:cNvPr>
          <p:cNvCxnSpPr/>
          <p:nvPr/>
        </p:nvCxnSpPr>
        <p:spPr>
          <a:xfrm>
            <a:off x="1272618" y="1762815"/>
            <a:ext cx="2677213" cy="113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D03F74A-14FC-19D9-85F8-124D5AE68E09}"/>
              </a:ext>
            </a:extLst>
          </p:cNvPr>
          <p:cNvCxnSpPr/>
          <p:nvPr/>
        </p:nvCxnSpPr>
        <p:spPr>
          <a:xfrm>
            <a:off x="1366886" y="1555425"/>
            <a:ext cx="2582945" cy="13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461B1A7-D191-A8B2-5283-632211736C9B}"/>
              </a:ext>
            </a:extLst>
          </p:cNvPr>
          <p:cNvCxnSpPr/>
          <p:nvPr/>
        </p:nvCxnSpPr>
        <p:spPr>
          <a:xfrm>
            <a:off x="1272618" y="1989058"/>
            <a:ext cx="2677213" cy="904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76E1988-D4AC-8D40-D394-30EF2BBE6FDE}"/>
              </a:ext>
            </a:extLst>
          </p:cNvPr>
          <p:cNvCxnSpPr/>
          <p:nvPr/>
        </p:nvCxnSpPr>
        <p:spPr>
          <a:xfrm>
            <a:off x="1150070" y="2224728"/>
            <a:ext cx="2799761" cy="66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9E2BE3C-D5BB-D45D-204E-E603131CC99A}"/>
              </a:ext>
            </a:extLst>
          </p:cNvPr>
          <p:cNvCxnSpPr/>
          <p:nvPr/>
        </p:nvCxnSpPr>
        <p:spPr>
          <a:xfrm flipH="1" flipV="1">
            <a:off x="1055802" y="3473779"/>
            <a:ext cx="2894029" cy="579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D4E85ED-2C23-D5EE-82E1-F225899E2087}"/>
              </a:ext>
            </a:extLst>
          </p:cNvPr>
          <p:cNvCxnSpPr/>
          <p:nvPr/>
        </p:nvCxnSpPr>
        <p:spPr>
          <a:xfrm flipH="1" flipV="1">
            <a:off x="1150070" y="3685883"/>
            <a:ext cx="2799761" cy="367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775B467-EBAD-A806-383D-F7F41971CEC6}"/>
              </a:ext>
            </a:extLst>
          </p:cNvPr>
          <p:cNvCxnSpPr/>
          <p:nvPr/>
        </p:nvCxnSpPr>
        <p:spPr>
          <a:xfrm flipH="1" flipV="1">
            <a:off x="1150070" y="3975757"/>
            <a:ext cx="2799761" cy="77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D760DAE-BE9A-21F9-80E7-92AA95E70410}"/>
              </a:ext>
            </a:extLst>
          </p:cNvPr>
          <p:cNvCxnSpPr/>
          <p:nvPr/>
        </p:nvCxnSpPr>
        <p:spPr>
          <a:xfrm flipH="1">
            <a:off x="1055802" y="4053528"/>
            <a:ext cx="2894029" cy="226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985B36E-F039-508C-2B9D-834D47981386}"/>
              </a:ext>
            </a:extLst>
          </p:cNvPr>
          <p:cNvSpPr txBox="1"/>
          <p:nvPr/>
        </p:nvSpPr>
        <p:spPr>
          <a:xfrm>
            <a:off x="2271860" y="1668547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request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832813F-C700-3F97-CC30-CF03F2530DC1}"/>
              </a:ext>
            </a:extLst>
          </p:cNvPr>
          <p:cNvSpPr txBox="1"/>
          <p:nvPr/>
        </p:nvSpPr>
        <p:spPr>
          <a:xfrm>
            <a:off x="1696825" y="4553149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response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CEFF5BBF-9B50-8404-C233-F655BA9BE2D0}"/>
              </a:ext>
            </a:extLst>
          </p:cNvPr>
          <p:cNvSpPr/>
          <p:nvPr/>
        </p:nvSpPr>
        <p:spPr>
          <a:xfrm>
            <a:off x="8560247" y="1088798"/>
            <a:ext cx="2337847" cy="11594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sumar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0140533-8FD9-3E87-88BD-1590225F9EF5}"/>
              </a:ext>
            </a:extLst>
          </p:cNvPr>
          <p:cNvSpPr/>
          <p:nvPr/>
        </p:nvSpPr>
        <p:spPr>
          <a:xfrm>
            <a:off x="8560247" y="2427404"/>
            <a:ext cx="2337847" cy="11594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factorial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A629C7E-E5AC-BF17-D40B-1FE6BACDB7F3}"/>
              </a:ext>
            </a:extLst>
          </p:cNvPr>
          <p:cNvSpPr/>
          <p:nvPr/>
        </p:nvSpPr>
        <p:spPr>
          <a:xfrm>
            <a:off x="8560247" y="3766010"/>
            <a:ext cx="2337847" cy="11594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abc</a:t>
            </a:r>
            <a:endParaRPr lang="es-ES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D855EFEA-2746-B85B-ED6F-C78C0F1CE4FD}"/>
              </a:ext>
            </a:extLst>
          </p:cNvPr>
          <p:cNvSpPr/>
          <p:nvPr/>
        </p:nvSpPr>
        <p:spPr>
          <a:xfrm>
            <a:off x="8560246" y="5104616"/>
            <a:ext cx="2337847" cy="11594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xyz</a:t>
            </a:r>
            <a:endParaRPr lang="es-ES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DB7EE21A-BF96-244C-2D0A-244B3661BE68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6331670" y="1668547"/>
            <a:ext cx="2228577" cy="1437588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44CBF79-D538-58B9-1576-460F76F67FA5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6331670" y="3954546"/>
            <a:ext cx="2228576" cy="172981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7EAD5FAF-0B4F-F605-3BD3-7DF8D6F1A647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 flipV="1">
            <a:off x="6331670" y="3007153"/>
            <a:ext cx="2228577" cy="466627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8D97B30-A07E-12A6-C384-2225184910B3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331670" y="3700023"/>
            <a:ext cx="2228577" cy="645736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2EEAA9-8FB2-885F-F946-63778354FA8F}"/>
              </a:ext>
            </a:extLst>
          </p:cNvPr>
          <p:cNvSpPr txBox="1"/>
          <p:nvPr/>
        </p:nvSpPr>
        <p:spPr>
          <a:xfrm>
            <a:off x="3966251" y="318144"/>
            <a:ext cx="3883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Servlet: </a:t>
            </a:r>
            <a:r>
              <a:rPr lang="es-ES" sz="2800" b="1" dirty="0" err="1"/>
              <a:t>MateController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170229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3E940E-75CC-5F59-A38C-E1653D8296A4}"/>
              </a:ext>
            </a:extLst>
          </p:cNvPr>
          <p:cNvSpPr txBox="1"/>
          <p:nvPr/>
        </p:nvSpPr>
        <p:spPr>
          <a:xfrm>
            <a:off x="1159498" y="612844"/>
            <a:ext cx="91251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solidFill>
                  <a:schemeClr val="accent2"/>
                </a:solidFill>
              </a:rPr>
              <a:t>SERVLETS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s-ES" sz="4000" dirty="0"/>
              <a:t>JSP = HTML + JAVA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s-ES" sz="4000" dirty="0"/>
              <a:t>JSP = HTML + JSTL</a:t>
            </a:r>
          </a:p>
          <a:p>
            <a:endParaRPr lang="es-ES" sz="4000" dirty="0"/>
          </a:p>
          <a:p>
            <a:r>
              <a:rPr lang="es-ES" sz="4000" b="1" dirty="0">
                <a:solidFill>
                  <a:schemeClr val="accent2"/>
                </a:solidFill>
              </a:rPr>
              <a:t>FRONT END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s-ES" sz="4000" dirty="0"/>
              <a:t>HTML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s-ES" sz="4000" dirty="0"/>
              <a:t>CSS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s-ES" sz="4000" dirty="0"/>
              <a:t>JS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s-ES" sz="4000" dirty="0"/>
              <a:t>AJAX</a:t>
            </a:r>
          </a:p>
        </p:txBody>
      </p:sp>
    </p:spTree>
    <p:extLst>
      <p:ext uri="{BB962C8B-B14F-4D97-AF65-F5344CB8AC3E}">
        <p14:creationId xmlns:p14="http://schemas.microsoft.com/office/powerpoint/2010/main" val="1444690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59</Words>
  <Application>Microsoft Office PowerPoint</Application>
  <PresentationFormat>Panorámica</PresentationFormat>
  <Paragraphs>28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Coronel</dc:creator>
  <cp:lastModifiedBy>Gustavo Coronel</cp:lastModifiedBy>
  <cp:revision>3</cp:revision>
  <dcterms:created xsi:type="dcterms:W3CDTF">2026-10-07T00:17:50Z</dcterms:created>
  <dcterms:modified xsi:type="dcterms:W3CDTF">2026-10-07T03:06:07Z</dcterms:modified>
</cp:coreProperties>
</file>